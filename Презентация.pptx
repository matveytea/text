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0" r:id="rId1"/>
  </p:sldMasterIdLst>
  <p:notesMasterIdLst>
    <p:notesMasterId r:id="rId6"/>
  </p:notesMasterIdLst>
  <p:sldIdLst>
    <p:sldId id="284" r:id="rId2"/>
    <p:sldId id="285" r:id="rId3"/>
    <p:sldId id="286" r:id="rId4"/>
    <p:sldId id="287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9C5D3-A778-46E5-A401-4CF372F1356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48A48-3857-40AB-8EB2-AF4BB19B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1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82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34954F7D-4F6E-CE5F-EEB2-3457873F9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>
            <a:extLst>
              <a:ext uri="{FF2B5EF4-FFF2-40B4-BE49-F238E27FC236}">
                <a16:creationId xmlns:a16="http://schemas.microsoft.com/office/drawing/2014/main" id="{8338E1BE-84CA-A04E-05EA-3502FF5F7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>
            <a:extLst>
              <a:ext uri="{FF2B5EF4-FFF2-40B4-BE49-F238E27FC236}">
                <a16:creationId xmlns:a16="http://schemas.microsoft.com/office/drawing/2014/main" id="{BC773D47-17C1-3156-CDA7-986614CEA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6995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91D9D2-5903-D2CA-7EAC-D7354D49F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0709E5-9C85-654C-479B-0608AF44E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6472E3-F788-DA50-ED02-C9206EA4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FA8DAD-146E-9E79-B0E4-E9D1735B1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9E3A42-BE91-1C68-2C06-7F015E52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05531"/>
      </p:ext>
    </p:extLst>
  </p:cSld>
  <p:clrMapOvr>
    <a:masterClrMapping/>
  </p:clrMapOvr>
  <p:transition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BD46A7-CEB7-C10D-5245-2CBD31F2C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A3A686-DCF7-CC22-BE84-1C72A076D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3C2CAA-D083-8B79-32C1-42878F9D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5D7DC8-F669-C95B-DCFF-F9B0D9E1C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53C80B-8199-7332-9603-BE297EF6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678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013C2C-041E-2569-5945-C80D594D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EB68C-5008-07C8-43F2-8EDCDD24F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E9D078-C10C-68FE-FD8D-19800475F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CE3B3A-B9E9-8185-F780-6591197A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FAA742-6EFF-06C7-AA41-4090F7EA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540591"/>
      </p:ext>
    </p:extLst>
  </p:cSld>
  <p:clrMapOvr>
    <a:masterClrMapping/>
  </p:clrMapOvr>
  <p:transition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0EB41-EEA0-706E-B102-91853368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9E5F21-B72B-3F8D-E69F-155A378E3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53C608-2E3D-FD41-0922-B874C0D03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A6531F-AB73-8A26-CE19-ADE12BB28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A5DB63-A1C1-8BEA-F3B6-E4FFFAFF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C14605-E7BD-64A8-9118-FD1EBAF8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361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851518-FF4A-3814-CBF9-BE6A4E9C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64EB03-711D-0817-0CA0-144B30C2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F169AC-7806-8F3E-6E3F-A8BB0509D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5A04267-88F1-FBB8-2A76-DF5F317999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22D3F48-E5E6-EFAC-FD50-74B5AFD68B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253C43-2C32-6BE4-26E0-81B692E92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738FFD6-3496-24D6-EB66-A581CEAC2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1DA330-E5CB-1640-96D9-C4133FAF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076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FB7B6E-2C34-1449-1BB9-C18CD42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E333786-C867-FF19-FC98-52037031F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35E0603-73E0-9F34-981B-4C075BB79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AC3859D-9A97-DB2E-A6DB-A1505D6C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89196"/>
      </p:ext>
    </p:extLst>
  </p:cSld>
  <p:clrMapOvr>
    <a:masterClrMapping/>
  </p:clrMapOvr>
  <p:transition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1FC3D-4BEC-83CB-C7BA-B615FAD2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66CB969-CE7D-42A4-87BD-DC98E3CF0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3C8223-F6DC-80A7-CCF8-E3650E517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520688"/>
      </p:ext>
    </p:extLst>
  </p:cSld>
  <p:clrMapOvr>
    <a:masterClrMapping/>
  </p:clrMapOvr>
  <p:transition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E5B17E-BA6C-4F36-07F4-9ED07F4C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19EA06-666B-1530-FEFA-6C577EC3C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A9BC4D-5E92-433E-03B1-80D7B1B68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1DB492-8A62-3CE5-28BC-F174C6F79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53DE1E-349B-F55B-E093-B4F14487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2184F9-AC8B-B922-BC17-49D92E5C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6391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37E32-8515-B423-D0CE-57CE83A9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099E230-FB88-AC93-642E-0F9AD9425C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55C383-9004-6363-FD83-A0BAB9F8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B37281-51BD-172E-0A7C-DB5680FAD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B1AE60-3210-F1F5-B30A-83B4B5A3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D05E59E-9DBD-D705-F796-41FD541EC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284134"/>
      </p:ext>
    </p:extLst>
  </p:cSld>
  <p:clrMapOvr>
    <a:masterClrMapping/>
  </p:clrMapOvr>
  <p:transition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8AF33-F98C-891B-3080-15148948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796D21-17E1-DD41-4BFB-2341D41D5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2CD1F9-9370-EF00-FF28-9EAC0E8B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D23CC6-1326-A2A1-20BD-0B2FF5A4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0E82F8-3DB2-AA99-BB87-BCA2ED10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326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2805A1-0C94-40A4-934F-C0CB692D5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93AB09A-6BF7-A324-4033-350626844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108B2B-05B7-CD97-556B-ABEFCE7F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48A2AD-97E3-82C4-58AF-B7F176EB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67E22-E4CE-7473-1CAA-A096A17B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686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067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393B2A-448D-CA71-51A2-8DCDBB135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89B900-8D97-8226-441A-59C403384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818C9-6547-AFC2-FB31-6E3BA98670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0A7F0-D342-4A54-9125-FF639292C250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5F6008-21CD-7F9A-734F-C0C8DA1E9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E6C15-1BC5-0358-9C2E-D43CEE701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358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</p:sldLayoutIdLst>
  <p:transition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630395" y="2860333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8445719" y="5060632"/>
            <a:ext cx="35733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658E6B-1733-6893-319E-E7470B7EEDA6}"/>
              </a:ext>
            </a:extLst>
          </p:cNvPr>
          <p:cNvSpPr/>
          <p:nvPr/>
        </p:nvSpPr>
        <p:spPr>
          <a:xfrm>
            <a:off x="1630395" y="1760940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749135-51A8-C923-E73F-937FFDCF3777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00688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125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91E2A-5B2A-A436-C91F-EE29E0416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454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51468987-17F8-CE91-C4C3-109CC4D8B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34A48B8-1114-FE74-E7C8-D9C31BC1D81D}"/>
              </a:ext>
            </a:extLst>
          </p:cNvPr>
          <p:cNvSpPr/>
          <p:nvPr/>
        </p:nvSpPr>
        <p:spPr>
          <a:xfrm>
            <a:off x="1630395" y="2860333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40C7EEB-E2D3-7701-7CB6-03B1BBB76664}"/>
              </a:ext>
            </a:extLst>
          </p:cNvPr>
          <p:cNvSpPr/>
          <p:nvPr/>
        </p:nvSpPr>
        <p:spPr>
          <a:xfrm>
            <a:off x="8445719" y="5060632"/>
            <a:ext cx="35733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78D599-2B6A-904B-129E-744F5DB0D33D}"/>
              </a:ext>
            </a:extLst>
          </p:cNvPr>
          <p:cNvSpPr/>
          <p:nvPr/>
        </p:nvSpPr>
        <p:spPr>
          <a:xfrm>
            <a:off x="1630395" y="1760940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5B820-A1F1-64CC-C6A3-598E9247112B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894130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</TotalTime>
  <Words>96</Words>
  <Application>Microsoft Office PowerPoint</Application>
  <PresentationFormat>Широкоэкранный</PresentationFormat>
  <Paragraphs>8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  </dc:title>
  <dc:creator>Матвей Хурсин</dc:creator>
  <cp:lastModifiedBy>Матвей Хурсин</cp:lastModifiedBy>
  <cp:revision>32</cp:revision>
  <dcterms:created xsi:type="dcterms:W3CDTF">2026-06-09T14:58:50Z</dcterms:created>
  <dcterms:modified xsi:type="dcterms:W3CDTF">2026-06-19T15:02:20Z</dcterms:modified>
</cp:coreProperties>
</file>