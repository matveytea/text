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0" r:id="rId1"/>
  </p:sldMasterIdLst>
  <p:notesMasterIdLst>
    <p:notesMasterId r:id="rId6"/>
  </p:notesMasterIdLst>
  <p:sldIdLst>
    <p:sldId id="284" r:id="rId2"/>
    <p:sldId id="285" r:id="rId3"/>
    <p:sldId id="286" r:id="rId4"/>
    <p:sldId id="287" r:id="rId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59C5D3-A778-46E5-A401-4CF372F13560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948A48-3857-40AB-8EB2-AF4BB19B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5195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imes New Roman" panose="02020603050405020304" pitchFamily="18" charset="0"/>
            </a:endParaRPr>
          </a:p>
        </p:txBody>
      </p:sp>
      <p:sp>
        <p:nvSpPr>
          <p:cNvPr id="145" name="Google Shape;1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3827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>
          <a:extLst>
            <a:ext uri="{FF2B5EF4-FFF2-40B4-BE49-F238E27FC236}">
              <a16:creationId xmlns:a16="http://schemas.microsoft.com/office/drawing/2014/main" id="{34954F7D-4F6E-CE5F-EEB2-3457873F9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>
            <a:extLst>
              <a:ext uri="{FF2B5EF4-FFF2-40B4-BE49-F238E27FC236}">
                <a16:creationId xmlns:a16="http://schemas.microsoft.com/office/drawing/2014/main" id="{8338E1BE-84CA-A04E-05EA-3502FF5F7D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imes New Roman" panose="02020603050405020304" pitchFamily="18" charset="0"/>
            </a:endParaRPr>
          </a:p>
        </p:txBody>
      </p:sp>
      <p:sp>
        <p:nvSpPr>
          <p:cNvPr id="145" name="Google Shape;145;p1:notes">
            <a:extLst>
              <a:ext uri="{FF2B5EF4-FFF2-40B4-BE49-F238E27FC236}">
                <a16:creationId xmlns:a16="http://schemas.microsoft.com/office/drawing/2014/main" id="{BC773D47-17C1-3156-CDA7-986614CEA0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69952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91D9D2-5903-D2CA-7EAC-D7354D49F5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A0709E5-9C85-654C-479B-0608AF44E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6472E3-F788-DA50-ED02-C9206EA47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0FA8DAD-146E-9E79-B0E4-E9D1735B1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99E3A42-BE91-1C68-2C06-7F015E524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9205531"/>
      </p:ext>
    </p:extLst>
  </p:cSld>
  <p:clrMapOvr>
    <a:masterClrMapping/>
  </p:clrMapOvr>
  <p:transition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BD46A7-CEB7-C10D-5245-2CBD31F2C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A3A686-DCF7-CC22-BE84-1C72A076D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3C2CAA-D083-8B79-32C1-42878F9D6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45D7DC8-F669-C95B-DCFF-F9B0D9E1C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53C80B-8199-7332-9603-BE297EF6D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6782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013C2C-041E-2569-5945-C80D594D5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42EB68C-5008-07C8-43F2-8EDCDD24F8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EE9D078-C10C-68FE-FD8D-19800475F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ACE3B3A-B9E9-8185-F780-6591197A7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FAA742-6EFF-06C7-AA41-4090F7EAA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4540591"/>
      </p:ext>
    </p:extLst>
  </p:cSld>
  <p:clrMapOvr>
    <a:masterClrMapping/>
  </p:clrMapOvr>
  <p:transition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80EB41-EEA0-706E-B102-91853368F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9E5F21-B72B-3F8D-E69F-155A378E3D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D53C608-2E3D-FD41-0922-B874C0D031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8A6531F-AB73-8A26-CE19-ADE12BB28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0A5DB63-A1C1-8BEA-F3B6-E4FFFAFFC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BC14605-E7BD-64A8-9118-FD1EBAF83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4361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851518-FF4A-3814-CBF9-BE6A4E9CA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B64EB03-711D-0817-0CA0-144B30C285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F169AC-7806-8F3E-6E3F-A8BB0509DA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5A04267-88F1-FBB8-2A76-DF5F317999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22D3F48-E5E6-EFAC-FD50-74B5AFD68B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F253C43-2C32-6BE4-26E0-81B692E92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738FFD6-3496-24D6-EB66-A581CEAC2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F1DA330-E5CB-1640-96D9-C4133FAF1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00764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FB7B6E-2C34-1449-1BB9-C18CD42EB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E333786-C867-FF19-FC98-52037031F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35E0603-73E0-9F34-981B-4C075BB79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AC3859D-9A97-DB2E-A6DB-A1505D6C5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7489196"/>
      </p:ext>
    </p:extLst>
  </p:cSld>
  <p:clrMapOvr>
    <a:masterClrMapping/>
  </p:clrMapOvr>
  <p:transition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681FC3D-4BEC-83CB-C7BA-B615FAD24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66CB969-CE7D-42A4-87BD-DC98E3CF0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93C8223-F6DC-80A7-CCF8-E3650E517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8520688"/>
      </p:ext>
    </p:extLst>
  </p:cSld>
  <p:clrMapOvr>
    <a:masterClrMapping/>
  </p:clrMapOvr>
  <p:transition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E5B17E-BA6C-4F36-07F4-9ED07F4C1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619EA06-666B-1530-FEFA-6C577EC3C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0A9BC4D-5E92-433E-03B1-80D7B1B68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31DB492-8A62-3CE5-28BC-F174C6F79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953DE1E-349B-F55B-E093-B4F144872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92184F9-AC8B-B922-BC17-49D92E5C6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6391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237E32-8515-B423-D0CE-57CE83A93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099E230-FB88-AC93-642E-0F9AD9425C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B55C383-9004-6363-FD83-A0BAB9F8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EB37281-51BD-172E-0A7C-DB5680FAD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B1AE60-3210-F1F5-B30A-83B4B5A31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D05E59E-9DBD-D705-F796-41FD541EC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7284134"/>
      </p:ext>
    </p:extLst>
  </p:cSld>
  <p:clrMapOvr>
    <a:masterClrMapping/>
  </p:clrMapOvr>
  <p:transition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98AF33-F98C-891B-3080-151489487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F796D21-17E1-DD41-4BFB-2341D41D5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02CD1F9-9370-EF00-FF28-9EAC0E8B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BD23CC6-1326-A2A1-20BD-0B2FF5A4E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50E82F8-3DB2-AA99-BB87-BCA2ED10E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3268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F2805A1-0C94-40A4-934F-C0CB692D50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93AB09A-6BF7-A324-4033-3506268443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108B2B-05B7-CD97-556B-ABEFCE7FF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E48A2AD-97E3-82C4-58AF-B7F176EB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A67E22-E4CE-7473-1CAA-A096A17B0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5686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0670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393B2A-448D-CA71-51A2-8DCDBB135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E89B900-8D97-8226-441A-59C403384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61818C9-6547-AFC2-FB31-6E3BA98670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0A7F0-D342-4A54-9125-FF639292C250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C5F6008-21CD-7F9A-734F-C0C8DA1E9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9E6C15-1BC5-0358-9C2E-D43CEE701E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358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814" r:id="rId4"/>
    <p:sldLayoutId id="2147483815" r:id="rId5"/>
    <p:sldLayoutId id="2147483816" r:id="rId6"/>
    <p:sldLayoutId id="2147483817" r:id="rId7"/>
    <p:sldLayoutId id="2147483818" r:id="rId8"/>
    <p:sldLayoutId id="2147483819" r:id="rId9"/>
    <p:sldLayoutId id="2147483820" r:id="rId10"/>
    <p:sldLayoutId id="2147483821" r:id="rId11"/>
    <p:sldLayoutId id="2147483822" r:id="rId12"/>
  </p:sldLayoutIdLst>
  <p:transition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1630395" y="2860333"/>
            <a:ext cx="906002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Тема: Разработка интернет-магазина товаров для дома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8445719" y="5060632"/>
            <a:ext cx="357334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Выполнил обучающийся группы ИСП 22-22: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Хурсин М. А.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Руководитель:</a:t>
            </a:r>
            <a:b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Зверев М. В.</a:t>
            </a:r>
            <a:endParaRPr lang="ru-RU" b="1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8658E6B-1733-6893-319E-E7470B7EEDA6}"/>
              </a:ext>
            </a:extLst>
          </p:cNvPr>
          <p:cNvSpPr/>
          <p:nvPr/>
        </p:nvSpPr>
        <p:spPr>
          <a:xfrm>
            <a:off x="1630395" y="1760940"/>
            <a:ext cx="906002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Дипломная работа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749135-51A8-C923-E73F-937FFDCF3777}"/>
              </a:ext>
            </a:extLst>
          </p:cNvPr>
          <p:cNvSpPr txBox="1"/>
          <p:nvPr/>
        </p:nvSpPr>
        <p:spPr>
          <a:xfrm>
            <a:off x="301752" y="322992"/>
            <a:ext cx="117173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Министерство образования Калининградской области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государственное автономное учреждение Калининградской области профессиональная образовательная организация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«Колледж предпринимательства»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3006885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3125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91E2A-5B2A-A436-C91F-EE29E0416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64548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>
          <a:extLst>
            <a:ext uri="{FF2B5EF4-FFF2-40B4-BE49-F238E27FC236}">
              <a16:creationId xmlns:a16="http://schemas.microsoft.com/office/drawing/2014/main" id="{51468987-17F8-CE91-C4C3-109CC4D8B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34A48B8-1114-FE74-E7C8-D9C31BC1D81D}"/>
              </a:ext>
            </a:extLst>
          </p:cNvPr>
          <p:cNvSpPr/>
          <p:nvPr/>
        </p:nvSpPr>
        <p:spPr>
          <a:xfrm>
            <a:off x="1630395" y="2860333"/>
            <a:ext cx="906002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Тема: Разработка интернет-магазина товаров для дома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40C7EEB-E2D3-7701-7CB6-03B1BBB76664}"/>
              </a:ext>
            </a:extLst>
          </p:cNvPr>
          <p:cNvSpPr/>
          <p:nvPr/>
        </p:nvSpPr>
        <p:spPr>
          <a:xfrm>
            <a:off x="8445719" y="5060632"/>
            <a:ext cx="357334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Выполнил обучающийся группы ИСП 22-22: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Хурсин М. А.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Руководитель:</a:t>
            </a:r>
            <a:b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Зверев М. В.</a:t>
            </a:r>
            <a:endParaRPr lang="ru-RU" b="1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78D599-2B6A-904B-129E-744F5DB0D33D}"/>
              </a:ext>
            </a:extLst>
          </p:cNvPr>
          <p:cNvSpPr/>
          <p:nvPr/>
        </p:nvSpPr>
        <p:spPr>
          <a:xfrm>
            <a:off x="1630395" y="1760940"/>
            <a:ext cx="906002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Дипломная работа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C5B820-A1F1-64CC-C6A3-598E9247112B}"/>
              </a:ext>
            </a:extLst>
          </p:cNvPr>
          <p:cNvSpPr txBox="1"/>
          <p:nvPr/>
        </p:nvSpPr>
        <p:spPr>
          <a:xfrm>
            <a:off x="301752" y="322992"/>
            <a:ext cx="117173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Министерство образования Калининградской области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государственное автономное учреждение Калининградской области профессиональная образовательная организация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«Колледж предпринимательства»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8894130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229</TotalTime>
  <Words>96</Words>
  <Application>Microsoft Office PowerPoint</Application>
  <PresentationFormat>Широкоэкранный</PresentationFormat>
  <Paragraphs>8</Paragraphs>
  <Slides>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Министерство образования Калининградской области государственное автономное учреждение Калининградской области профессиональная образовательная организация «Колледж предпринимательства»  </dc:title>
  <dc:creator>Матвей Хурсин</dc:creator>
  <cp:lastModifiedBy>Матвей Хурсин</cp:lastModifiedBy>
  <cp:revision>32</cp:revision>
  <dcterms:created xsi:type="dcterms:W3CDTF">2026-06-09T14:58:50Z</dcterms:created>
  <dcterms:modified xsi:type="dcterms:W3CDTF">2026-06-11T18:26:52Z</dcterms:modified>
</cp:coreProperties>
</file>